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7556500" cy="10693400"/>
  <p:notesSz cx="6858000" cy="9144000"/>
  <p:embeddedFontLst>
    <p:embeddedFont>
      <p:font typeface="ABeeZee Bold" charset="1" panose="02000000000000000000"/>
      <p:regular r:id="rId8"/>
    </p:embeddedFont>
    <p:embeddedFont>
      <p:font typeface="ABeeZee" charset="1" panose="02000000000000000000"/>
      <p:regular r:id="rId9"/>
    </p:embeddedFont>
    <p:embeddedFont>
      <p:font typeface="ABeeZee Italics" charset="1" panose="020000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https://github.com/Habiba-Mahrin/Anthropic_Hackathon_Office_Fresh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1328" y="668222"/>
            <a:ext cx="6997345" cy="1731287"/>
            <a:chOff x="0" y="0"/>
            <a:chExt cx="9329793" cy="230838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48814"/>
              <a:ext cx="9329793" cy="1550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50"/>
                </a:lnSpc>
              </a:pPr>
              <a:r>
                <a:rPr lang="en-US" sz="1000" spc="53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King Mongkut’s University of Technology Thonburi (KMUTT)</a:t>
              </a:r>
            </a:p>
            <a:p>
              <a:pPr algn="l">
                <a:lnSpc>
                  <a:spcPts val="1125"/>
                </a:lnSpc>
              </a:pP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BE in Computer Engineering-Current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GPA 3.72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| Duolingo English Test: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125 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overall | Aug 2023-Present</a:t>
              </a:r>
            </a:p>
            <a:p>
              <a:pPr algn="l">
                <a:lnSpc>
                  <a:spcPts val="1125"/>
                </a:lnSpc>
              </a:pP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Activities: Black Pearl Formula Racing Team</a:t>
              </a:r>
            </a:p>
            <a:p>
              <a:pPr algn="l">
                <a:lnSpc>
                  <a:spcPts val="1125"/>
                </a:lnSpc>
              </a:pPr>
            </a:p>
            <a:p>
              <a:pPr algn="l">
                <a:lnSpc>
                  <a:spcPts val="1250"/>
                </a:lnSpc>
              </a:pPr>
              <a:r>
                <a:rPr lang="en-US" sz="1000" spc="53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University of Toronto, Canada (UofT)</a:t>
              </a:r>
            </a:p>
            <a:p>
              <a:pPr algn="l">
                <a:lnSpc>
                  <a:spcPts val="1125"/>
                </a:lnSpc>
              </a:pP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Government of Canada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- [$10200]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ASEAN Scholarships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and Educational Exchanges (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SEED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) | 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Sep 2025-Dec 2025 (1 Semester)</a:t>
              </a:r>
            </a:p>
            <a:p>
              <a:pPr algn="l">
                <a:lnSpc>
                  <a:spcPts val="1125"/>
                </a:lnSpc>
              </a:pP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Activities: UTMIST, IEEE, Power 2 Change, Bridges</a:t>
              </a:r>
            </a:p>
          </p:txBody>
        </p:sp>
        <p:sp>
          <p:nvSpPr>
            <p:cNvPr name="AutoShape 4" id="4"/>
            <p:cNvSpPr/>
            <p:nvPr/>
          </p:nvSpPr>
          <p:spPr>
            <a:xfrm flipV="true">
              <a:off x="1147240" y="178647"/>
              <a:ext cx="8182553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-9525"/>
              <a:ext cx="6756748" cy="225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20"/>
                </a:lnSpc>
              </a:pPr>
              <a:r>
                <a:rPr lang="en-US" sz="1100" spc="58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EDUCATION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966963"/>
              <a:ext cx="9329793" cy="3414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00"/>
                </a:lnSpc>
              </a:pPr>
              <a:r>
                <a:rPr lang="en-US" sz="800" spc="42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Bangkok Christian College</a:t>
              </a:r>
              <a:r>
                <a:rPr lang="en-US" sz="800" spc="42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- Graduated GPA 3.85 | May 2011-March 2023</a:t>
              </a:r>
            </a:p>
            <a:p>
              <a:pPr algn="l">
                <a:lnSpc>
                  <a:spcPts val="1000"/>
                </a:lnSpc>
              </a:pPr>
              <a:r>
                <a:rPr lang="en-US" sz="800" spc="42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South Side High School, Jackson TN, United States of America </a:t>
              </a:r>
              <a:r>
                <a:rPr lang="en-US" sz="800" spc="42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- 11th Grade Exchange Program | July 2021-July 2022 (1 year)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97896" y="196755"/>
            <a:ext cx="6564207" cy="338116"/>
            <a:chOff x="0" y="0"/>
            <a:chExt cx="8752276" cy="45082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8752276" cy="50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400" spc="74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Patiharn Liangkobkit</a:t>
              </a:r>
            </a:p>
            <a:p>
              <a:pPr algn="ctr">
                <a:lnSpc>
                  <a:spcPts val="812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patiharn.liang@gmail.com | +66 63-614-5491 |    Richyboy170 |    Patiharn Liangkobkit | portfolio-patiharn-2026.vercel.app/ 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4470209" y="330173"/>
              <a:ext cx="104280" cy="96720"/>
            </a:xfrm>
            <a:custGeom>
              <a:avLst/>
              <a:gdLst/>
              <a:ahLst/>
              <a:cxnLst/>
              <a:rect r="r" b="b" t="t" l="l"/>
              <a:pathLst>
                <a:path h="96720" w="104280">
                  <a:moveTo>
                    <a:pt x="0" y="0"/>
                  </a:moveTo>
                  <a:lnTo>
                    <a:pt x="104281" y="0"/>
                  </a:lnTo>
                  <a:lnTo>
                    <a:pt x="104281" y="96720"/>
                  </a:lnTo>
                  <a:lnTo>
                    <a:pt x="0" y="96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422116" y="324025"/>
              <a:ext cx="109017" cy="109017"/>
            </a:xfrm>
            <a:custGeom>
              <a:avLst/>
              <a:gdLst/>
              <a:ahLst/>
              <a:cxnLst/>
              <a:rect r="r" b="b" t="t" l="l"/>
              <a:pathLst>
                <a:path h="109017" w="109017">
                  <a:moveTo>
                    <a:pt x="0" y="0"/>
                  </a:moveTo>
                  <a:lnTo>
                    <a:pt x="109017" y="0"/>
                  </a:lnTo>
                  <a:lnTo>
                    <a:pt x="109017" y="109017"/>
                  </a:lnTo>
                  <a:lnTo>
                    <a:pt x="0" y="109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81328" y="2513808"/>
            <a:ext cx="6997345" cy="7981436"/>
            <a:chOff x="0" y="0"/>
            <a:chExt cx="9329793" cy="10641915"/>
          </a:xfrm>
        </p:grpSpPr>
        <p:sp>
          <p:nvSpPr>
            <p:cNvPr name="AutoShape 12" id="12"/>
            <p:cNvSpPr/>
            <p:nvPr/>
          </p:nvSpPr>
          <p:spPr>
            <a:xfrm flipV="true">
              <a:off x="995241" y="178647"/>
              <a:ext cx="8334552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4376399" cy="225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20"/>
                </a:lnSpc>
              </a:pPr>
              <a:r>
                <a:rPr lang="en-US" sz="1100" spc="58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PROJECTS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333678"/>
              <a:ext cx="9329793" cy="31327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50"/>
                </a:lnSpc>
              </a:pPr>
              <a:r>
                <a:rPr lang="en-US" sz="1000" spc="53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ModchelinGuide | Ranking and Suggestion System for Restaurants in a Selected Area </a:t>
              </a:r>
              <a:r>
                <a:rPr lang="en-US" sz="1000" spc="53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(2025)</a:t>
              </a:r>
            </a:p>
            <a:p>
              <a:pPr algn="l">
                <a:lnSpc>
                  <a:spcPts val="875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Our model: https://huggingface.co/wttw/modchelin_thainer-base-model </a:t>
              </a:r>
            </a:p>
            <a:p>
              <a:pPr algn="l">
                <a:lnSpc>
                  <a:spcPts val="875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Report: https://drive.google.com/file/d/1ERQLBEdTEedgWhTgonwhfvciRrVBrICc/view?usp=sharing</a:t>
              </a:r>
            </a:p>
            <a:p>
              <a:pPr algn="l" marL="194311" indent="-97155" lvl="1">
                <a:lnSpc>
                  <a:spcPts val="1125"/>
                </a:lnSpc>
                <a:buFont typeface="Arial"/>
                <a:buChar char="•"/>
              </a:pP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7 People group work creating a website that ranks restaurant in a selected area to guide restaurant owners which kind of restaurants are in demand in the selected area. I am responsible for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Named Entity Recognition (NER) 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model</a:t>
              </a:r>
            </a:p>
            <a:p>
              <a:pPr algn="l" marL="194311" indent="-97155" lvl="1">
                <a:lnSpc>
                  <a:spcPts val="1125"/>
                </a:lnSpc>
                <a:buFont typeface="Arial"/>
                <a:buChar char="•"/>
              </a:pP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Preprocessing: Started by data collecting with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Google Maps APIs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and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Web Scraping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(Playwright).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Data Augmentation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by translating Thai to English, English to well arranged English, then well arranged English to Thai.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Data Cleaning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.</a:t>
              </a:r>
            </a:p>
            <a:p>
              <a:pPr algn="l" marL="194311" indent="-97155" lvl="1">
                <a:lnSpc>
                  <a:spcPts val="1125"/>
                </a:lnSpc>
                <a:buFont typeface="Arial"/>
                <a:buChar char="•"/>
              </a:pP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Exploratory Data Analysis (EDA):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Topic Modeling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with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BERTopic 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and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fine-tuning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a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Named Entity Recognition (NER)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Model by creating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BIO-tag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to create a letter to represents each word: if a word of a category has its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cosine similarity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higher than the threshold 0.5 (50%), it will be tagged with its category's letter representation. If below it will be tagged "O". </a:t>
              </a:r>
            </a:p>
            <a:p>
              <a:pPr algn="l" marL="194311" indent="-97155" lvl="1">
                <a:lnSpc>
                  <a:spcPts val="1125"/>
                </a:lnSpc>
                <a:buFont typeface="Arial"/>
                <a:buChar char="•"/>
              </a:pP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We selected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WangchanBERTa 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model to fine-tune with our dataset (BIO-Tagged). Then used the fine-tuned model to find important aspects to do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Aspect-Based Sentiment Analysis (ABSA)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on reviews</a:t>
              </a:r>
            </a:p>
            <a:p>
              <a:pPr algn="l" marL="194311" indent="-97155" lvl="1">
                <a:lnSpc>
                  <a:spcPts val="1125"/>
                </a:lnSpc>
                <a:buFont typeface="Arial"/>
                <a:buChar char="•"/>
              </a:pP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We got Aggregated Metrics (per restaurant, per aspect), then we did Feature Selection and trained our model. We get  token-level accuracy reaching approximately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89.9%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3609300"/>
              <a:ext cx="9329793" cy="20461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50"/>
                </a:lnSpc>
              </a:pPr>
              <a:r>
                <a:rPr lang="en-US" sz="1000" spc="53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Activity Planner | LLM Family Activity Search </a:t>
              </a:r>
              <a:r>
                <a:rPr lang="en-US" sz="1000" spc="53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(2025)</a:t>
              </a:r>
            </a:p>
            <a:p>
              <a:pPr algn="l">
                <a:lnSpc>
                  <a:spcPts val="875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Report: https://drive.google.com/file/d/1kHg4NBEk-ub2j2PPAhl9y_8Unj9beT3T/view?usp=sharing</a:t>
              </a:r>
            </a:p>
            <a:p>
              <a:pPr algn="l" marL="194311" indent="-97155" lvl="1">
                <a:lnSpc>
                  <a:spcPts val="1125"/>
                </a:lnSpc>
                <a:buFont typeface="Arial"/>
                <a:buChar char="•"/>
              </a:pP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Integrated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Sentence-BERT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embeddings for semantic understanding, then Calculates connections between search queries, group members, and activities. Combines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BM25 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keyword search with dense semantic search. Considers ages, preferences, and group size</a:t>
              </a:r>
            </a:p>
            <a:p>
              <a:pPr algn="l" marL="194311" indent="-97155" lvl="1">
                <a:lnSpc>
                  <a:spcPts val="1125"/>
                </a:lnSpc>
                <a:buFont typeface="Arial"/>
                <a:buChar char="•"/>
              </a:pP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Trained a new Neural Network Classifier in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Python 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by: retrieving dataset on the internet from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423 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websites,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feature selection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to ensure that our model is trained with important data including: </a:t>
              </a:r>
              <a:r>
                <a:rPr lang="en-US" sz="900" i="true" spc="47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Title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 </a:t>
              </a:r>
              <a:r>
                <a:rPr lang="en-US" sz="900" i="true" spc="47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age_min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 </a:t>
              </a:r>
              <a:r>
                <a:rPr lang="en-US" sz="900" i="true" spc="47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age_max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 </a:t>
              </a:r>
              <a:r>
                <a:rPr lang="en-US" sz="900" i="true" spc="47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duration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 and </a:t>
              </a:r>
              <a:r>
                <a:rPr lang="en-US" sz="900" i="true" spc="47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how_to_play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 then, as the dataset has different amount of data regarding age differentiation we use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SMOTE 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to create fair amount of data in each age, then we train and do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hyperparameter tuning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. The result of our model on 70 new samples is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72.86% accuracy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vs baseline 58.57% (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+14.29pp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).</a:t>
              </a:r>
            </a:p>
            <a:p>
              <a:pPr algn="l" marL="194311" indent="-97155" lvl="1">
                <a:lnSpc>
                  <a:spcPts val="1125"/>
                </a:lnSpc>
                <a:buFont typeface="Arial"/>
                <a:buChar char="•"/>
              </a:pP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note: in the future the dataset could be expand and we can get better accuracy models.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5798363"/>
              <a:ext cx="9329793" cy="18585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50"/>
                </a:lnSpc>
              </a:pPr>
              <a:r>
                <a:rPr lang="en-US" sz="1000" spc="53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EUREKA! | Search Engine (2025)</a:t>
              </a:r>
            </a:p>
            <a:p>
              <a:pPr algn="l">
                <a:lnSpc>
                  <a:spcPts val="875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Github: https://github.com/Richyboy170/ECE326-Labs</a:t>
              </a:r>
            </a:p>
            <a:p>
              <a:pPr algn="l" marL="194311" indent="-97155" lvl="1">
                <a:lnSpc>
                  <a:spcPts val="1125"/>
                </a:lnSpc>
                <a:buFont typeface="Arial"/>
                <a:buChar char="•"/>
              </a:pP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EUREKA! is a Google-inspired search engine that crawls web pages using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Web Crawler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 indexes content, ranks results using the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PageRank algorithm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 and provides a clean search interface for users to find relevant documents. For the sake of deployment, One-Click AWS Deployment with automated scripts is also created</a:t>
              </a:r>
            </a:p>
            <a:p>
              <a:pPr algn="l" marL="194311" indent="-97155" lvl="1">
                <a:lnSpc>
                  <a:spcPts val="1125"/>
                </a:lnSpc>
                <a:buFont typeface="Arial"/>
                <a:buChar char="•"/>
              </a:pP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This is a 2-person work which has Backend and Frontend. I worked as a Backend on this project who has the responsibility to write and deploy the scripts on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AWS environments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. </a:t>
              </a:r>
            </a:p>
            <a:p>
              <a:pPr algn="l" marL="388622" indent="-129541" lvl="2">
                <a:lnSpc>
                  <a:spcPts val="1125"/>
                </a:lnSpc>
                <a:buFont typeface="Arial"/>
                <a:buChar char="⚬"/>
              </a:pP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AWS deployment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on EC2</a:t>
              </a:r>
            </a:p>
            <a:p>
              <a:pPr algn="l" marL="388622" indent="-129541" lvl="2">
                <a:lnSpc>
                  <a:spcPts val="1125"/>
                </a:lnSpc>
                <a:buFont typeface="Arial"/>
                <a:buChar char="⚬"/>
              </a:pP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SQLite database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for persistent data storage</a:t>
              </a:r>
            </a:p>
            <a:p>
              <a:pPr algn="l" marL="388622" indent="-129541" lvl="2">
                <a:lnSpc>
                  <a:spcPts val="1125"/>
                </a:lnSpc>
                <a:buFont typeface="Arial"/>
                <a:buChar char="⚬"/>
              </a:pP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Google OAuth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2.0 authentication for user login/logout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7812732"/>
              <a:ext cx="9329793" cy="11077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50"/>
                </a:lnSpc>
              </a:pPr>
              <a:r>
                <a:rPr lang="en-US" sz="1000" spc="53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English New Words </a:t>
              </a:r>
              <a:r>
                <a:rPr lang="en-US" sz="1000" spc="53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| Website for English Vocabulary Training (2024)</a:t>
              </a:r>
            </a:p>
            <a:p>
              <a:pPr algn="l">
                <a:lnSpc>
                  <a:spcPts val="875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Website Link: englishnewwords.vercel.app</a:t>
              </a:r>
            </a:p>
            <a:p>
              <a:pPr algn="l" marL="194311" indent="-97155" lvl="1">
                <a:lnSpc>
                  <a:spcPts val="1125"/>
                </a:lnSpc>
                <a:buFont typeface="Arial"/>
                <a:buChar char="•"/>
              </a:pP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Integrating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Next.js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 Typescript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 and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Tailwind CSS 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in practical cases to make English vocabulary easy-to-learn website</a:t>
              </a:r>
            </a:p>
            <a:p>
              <a:pPr algn="l" marL="194311" indent="-97155" lvl="1">
                <a:lnSpc>
                  <a:spcPts val="1125"/>
                </a:lnSpc>
                <a:buFont typeface="Arial"/>
                <a:buChar char="•"/>
              </a:pP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has a steady number of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25+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users from different countries: United States of America, Canada, United Kingdom, Thailand, Sweden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9048782"/>
              <a:ext cx="9329793" cy="7324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50"/>
                </a:lnSpc>
              </a:pPr>
              <a:r>
                <a:rPr lang="en-US" sz="1000" spc="53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Your Store </a:t>
              </a:r>
              <a:r>
                <a:rPr lang="en-US" sz="1000" spc="53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| Website for Store Showcase (2025)</a:t>
              </a:r>
            </a:p>
            <a:p>
              <a:pPr algn="l">
                <a:lnSpc>
                  <a:spcPts val="875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Website Link: https://your-store-example-by-patiharn.vercel.app/</a:t>
              </a:r>
            </a:p>
            <a:p>
              <a:pPr algn="l" marL="194311" indent="-97155" lvl="1">
                <a:lnSpc>
                  <a:spcPts val="1125"/>
                </a:lnSpc>
                <a:buFont typeface="Arial"/>
                <a:buChar char="•"/>
              </a:pP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Focus on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Full-stack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development</a:t>
              </a:r>
            </a:p>
            <a:p>
              <a:pPr algn="l" marL="194311" indent="-97155" lvl="1">
                <a:lnSpc>
                  <a:spcPts val="1125"/>
                </a:lnSpc>
                <a:buFont typeface="Arial"/>
                <a:buChar char="•"/>
              </a:pP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Frontend: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React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19,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Next.js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16,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Tailwind CSS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4, Backend: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Prisma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 Database: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SQLite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9909476"/>
              <a:ext cx="9329793" cy="7324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50"/>
                </a:lnSpc>
              </a:pPr>
              <a:r>
                <a:rPr lang="en-US" sz="1000" spc="53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CrazyFabric </a:t>
              </a:r>
              <a:r>
                <a:rPr lang="en-US" sz="1000" spc="53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| Website for T-Shirt Showcase (2024)</a:t>
              </a:r>
            </a:p>
            <a:p>
              <a:pPr algn="l">
                <a:lnSpc>
                  <a:spcPts val="875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Website Link: crazyfabric-websitex.vercel.app</a:t>
              </a:r>
            </a:p>
            <a:p>
              <a:pPr algn="l" marL="194311" indent="-97155" lvl="1">
                <a:lnSpc>
                  <a:spcPts val="1125"/>
                </a:lnSpc>
                <a:buFont typeface="Arial"/>
                <a:buChar char="•"/>
              </a:pP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Focus on designing method through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Figma</a:t>
              </a:r>
            </a:p>
            <a:p>
              <a:pPr algn="l" marL="194311" indent="-97155" lvl="1">
                <a:lnSpc>
                  <a:spcPts val="1125"/>
                </a:lnSpc>
                <a:buFont typeface="Arial"/>
                <a:buChar char="•"/>
              </a:pP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Integrating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Next.js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Typescript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 and </a:t>
              </a: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Tailwind CSS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in practical cases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1328" y="5236467"/>
            <a:ext cx="6997345" cy="2591736"/>
            <a:chOff x="0" y="0"/>
            <a:chExt cx="9329793" cy="3455648"/>
          </a:xfrm>
        </p:grpSpPr>
        <p:sp>
          <p:nvSpPr>
            <p:cNvPr name="AutoShape 3" id="3"/>
            <p:cNvSpPr/>
            <p:nvPr/>
          </p:nvSpPr>
          <p:spPr>
            <a:xfrm>
              <a:off x="2188199" y="178647"/>
              <a:ext cx="7141594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4376399" cy="225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20"/>
                </a:lnSpc>
              </a:pPr>
              <a:r>
                <a:rPr lang="en-US" sz="1100" spc="58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COURSES &amp; TRAININGS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54831"/>
              <a:ext cx="9329793" cy="3200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99"/>
                </a:lnSpc>
              </a:pPr>
              <a:r>
                <a:rPr lang="en-US" sz="999" spc="52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Relevant Coursework: </a:t>
              </a:r>
            </a:p>
            <a:p>
              <a:pPr algn="l">
                <a:lnSpc>
                  <a:spcPts val="1124"/>
                </a:lnSpc>
              </a:pP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University of Toronto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- Machine Learning, Applied Fundamentals of Deep Learning, Programming Language(Adv. Python and search engine)</a:t>
              </a:r>
            </a:p>
            <a:p>
              <a:pPr algn="l">
                <a:lnSpc>
                  <a:spcPts val="1124"/>
                </a:lnSpc>
              </a:pP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King Mongkut’s University of Technology Thonburi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- Data Models (A), Linear Algebra (A),  Statistics for Engineers</a:t>
              </a:r>
            </a:p>
            <a:p>
              <a:pPr algn="l">
                <a:lnSpc>
                  <a:spcPts val="1124"/>
                </a:lnSpc>
              </a:pPr>
            </a:p>
            <a:p>
              <a:pPr algn="l">
                <a:lnSpc>
                  <a:spcPts val="1599"/>
                </a:lnSpc>
              </a:pPr>
              <a:r>
                <a:rPr lang="en-US" sz="999" spc="52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Talks and Trainings:</a:t>
              </a:r>
            </a:p>
            <a:p>
              <a:pPr algn="l">
                <a:lnSpc>
                  <a:spcPts val="1124"/>
                </a:lnSpc>
              </a:pP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University of Toronto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- Google X UTMIST: AI Workshop (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Gemini CLI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 Jules,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Antigravity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 ADK visual builder mode),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AUTORULE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: Reasoning Chain-of-thought Extracted Rule-based Rewards Improve Preference Learning,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Recommendation Systems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: How Netflix Knows What You’ll Watch Next, The Intelligent Search Company - The Evolution of Search,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Responsible AI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101, IEEE - Edge AI Workshop(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AI Visualization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), Building Applications with the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Claude API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.</a:t>
              </a:r>
            </a:p>
            <a:p>
              <a:pPr algn="l">
                <a:lnSpc>
                  <a:spcPts val="1124"/>
                </a:lnSpc>
              </a:pP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King Mongkut’s University of Technology Thonburi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- The Future of Marketing the Power of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Generative AI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 ACA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Cloud Computing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Training and Exam Preparation Program, Angel Secret “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Project Management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”,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Personas 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in Action: Your Key to Effective Problem Solving, Entrepreneurial Mindset: Keys to Startup Success</a:t>
              </a:r>
            </a:p>
            <a:p>
              <a:pPr algn="l">
                <a:lnSpc>
                  <a:spcPts val="1124"/>
                </a:lnSpc>
              </a:pP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Personal Trainings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- 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Advanced: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Generative AI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for Developers (Google),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LLM Course 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(HuggingFace),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React 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Foundation (Vercel), Learn Next.js. (Vercel)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895228" y="9687477"/>
            <a:ext cx="1769544" cy="497046"/>
            <a:chOff x="0" y="0"/>
            <a:chExt cx="2359392" cy="6627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6249"/>
              <a:ext cx="338833" cy="630230"/>
            </a:xfrm>
            <a:custGeom>
              <a:avLst/>
              <a:gdLst/>
              <a:ahLst/>
              <a:cxnLst/>
              <a:rect r="r" b="b" t="t" l="l"/>
              <a:pathLst>
                <a:path h="630230" w="338833">
                  <a:moveTo>
                    <a:pt x="0" y="0"/>
                  </a:moveTo>
                  <a:lnTo>
                    <a:pt x="338833" y="0"/>
                  </a:lnTo>
                  <a:lnTo>
                    <a:pt x="338833" y="630230"/>
                  </a:lnTo>
                  <a:lnTo>
                    <a:pt x="0" y="630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3642" t="0" r="-42357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27251" y="48823"/>
              <a:ext cx="357647" cy="565083"/>
            </a:xfrm>
            <a:custGeom>
              <a:avLst/>
              <a:gdLst/>
              <a:ahLst/>
              <a:cxnLst/>
              <a:rect r="r" b="b" t="t" l="l"/>
              <a:pathLst>
                <a:path h="565083" w="357647">
                  <a:moveTo>
                    <a:pt x="0" y="0"/>
                  </a:moveTo>
                  <a:lnTo>
                    <a:pt x="357647" y="0"/>
                  </a:lnTo>
                  <a:lnTo>
                    <a:pt x="357647" y="565083"/>
                  </a:lnTo>
                  <a:lnTo>
                    <a:pt x="0" y="565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82353" y="0"/>
              <a:ext cx="602756" cy="662728"/>
            </a:xfrm>
            <a:custGeom>
              <a:avLst/>
              <a:gdLst/>
              <a:ahLst/>
              <a:cxnLst/>
              <a:rect r="r" b="b" t="t" l="l"/>
              <a:pathLst>
                <a:path h="662728" w="602756">
                  <a:moveTo>
                    <a:pt x="0" y="0"/>
                  </a:moveTo>
                  <a:lnTo>
                    <a:pt x="602756" y="0"/>
                  </a:lnTo>
                  <a:lnTo>
                    <a:pt x="602756" y="662728"/>
                  </a:lnTo>
                  <a:lnTo>
                    <a:pt x="0" y="662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742" t="-8619" r="-8424" b="-18196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789031" y="188990"/>
              <a:ext cx="570361" cy="374299"/>
            </a:xfrm>
            <a:custGeom>
              <a:avLst/>
              <a:gdLst/>
              <a:ahLst/>
              <a:cxnLst/>
              <a:rect r="r" b="b" t="t" l="l"/>
              <a:pathLst>
                <a:path h="374299" w="570361">
                  <a:moveTo>
                    <a:pt x="0" y="0"/>
                  </a:moveTo>
                  <a:lnTo>
                    <a:pt x="570361" y="0"/>
                  </a:lnTo>
                  <a:lnTo>
                    <a:pt x="570361" y="374300"/>
                  </a:lnTo>
                  <a:lnTo>
                    <a:pt x="0" y="37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81328" y="7952027"/>
            <a:ext cx="6997345" cy="953418"/>
            <a:chOff x="0" y="0"/>
            <a:chExt cx="9329793" cy="127122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316819"/>
              <a:ext cx="9329793" cy="954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25"/>
                </a:lnSpc>
              </a:pP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Programming: 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Python(Pytorch, SKLearn, NumPy, Pandas, Matplotlib, Soup, BERT, API(GPT‑API, Claude-API, etc)), C, TypeScript, JavaScript, Tailwind CSS, CSS, SQL, Assembly, Verilog, Git, Linux</a:t>
              </a:r>
            </a:p>
            <a:p>
              <a:pPr algn="l">
                <a:lnSpc>
                  <a:spcPts val="1125"/>
                </a:lnSpc>
              </a:pPr>
            </a:p>
            <a:p>
              <a:pPr algn="l">
                <a:lnSpc>
                  <a:spcPts val="1125"/>
                </a:lnSpc>
              </a:pPr>
              <a:r>
                <a:rPr lang="en-US" sz="900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Other: </a:t>
              </a:r>
              <a:r>
                <a:rPr lang="en-US" sz="900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AWS, Github, HuggingFace, Figma, Godot, VScode, Antigravity, Docker, Canva, Adobe Illustrator, Adobe Premiere Pro </a:t>
              </a:r>
            </a:p>
          </p:txBody>
        </p:sp>
        <p:sp>
          <p:nvSpPr>
            <p:cNvPr name="AutoShape 13" id="13"/>
            <p:cNvSpPr/>
            <p:nvPr/>
          </p:nvSpPr>
          <p:spPr>
            <a:xfrm flipV="true">
              <a:off x="725914" y="178647"/>
              <a:ext cx="8603879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-9525"/>
              <a:ext cx="4376399" cy="225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20"/>
                </a:lnSpc>
              </a:pPr>
              <a:r>
                <a:rPr lang="en-US" sz="1100" spc="58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SKILLS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81328" y="283490"/>
            <a:ext cx="6997345" cy="4825981"/>
            <a:chOff x="0" y="0"/>
            <a:chExt cx="9329793" cy="6434642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308861"/>
              <a:ext cx="9329793" cy="6125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50"/>
                </a:lnSpc>
              </a:pPr>
              <a:r>
                <a:rPr lang="en-US" sz="1000" spc="53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  <a:hlinkClick r:id="rId6" tooltip="https://github.com/Habiba-Mahrin/Anthropic_Hackathon_Office_Fresh"/>
                </a:rPr>
                <a:t>Anthropic AI Hackathon</a:t>
              </a:r>
              <a:r>
                <a:rPr lang="en-US" sz="1000" spc="53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| Office Fresh</a:t>
              </a:r>
              <a:r>
                <a:rPr lang="en-US" sz="1000" spc="53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 </a:t>
              </a:r>
              <a:r>
                <a:rPr lang="en-US" sz="1000" spc="53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(2025)</a:t>
              </a:r>
            </a:p>
            <a:p>
              <a:pPr algn="l">
                <a:lnSpc>
                  <a:spcPts val="1124"/>
                </a:lnSpc>
              </a:pP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</a:t>
              </a:r>
              <a:r>
                <a:rPr lang="en-US" sz="899" i="true" spc="47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Anthropic and UTMIST</a:t>
              </a:r>
            </a:p>
            <a:p>
              <a:pPr algn="l" marL="194309" indent="-97155" lvl="1">
                <a:lnSpc>
                  <a:spcPts val="1124"/>
                </a:lnSpc>
                <a:buFont typeface="Arial"/>
                <a:buChar char="•"/>
              </a:pPr>
              <a:r>
                <a:rPr lang="en-US" sz="899" i="true" spc="47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Office Fresh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is an AI-driven wellness application designed for office workers, students, and remote professionals who spend long hours sitting to prevent Burnout, Eye strain, Wrist pain, Neck &amp; back pain, Mental fatigue, and Poor posture (office syndrome)</a:t>
              </a:r>
            </a:p>
            <a:p>
              <a:pPr algn="l" marL="388618" indent="-129539" lvl="2">
                <a:lnSpc>
                  <a:spcPts val="1124"/>
                </a:lnSpc>
                <a:buFont typeface="Arial"/>
                <a:buChar char="⚬"/>
              </a:pP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Frontend -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React.js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Tailwind CSS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 Redux Toolkit</a:t>
              </a:r>
            </a:p>
            <a:p>
              <a:pPr algn="l" marL="388618" indent="-129539" lvl="2">
                <a:lnSpc>
                  <a:spcPts val="1124"/>
                </a:lnSpc>
                <a:buFont typeface="Arial"/>
                <a:buChar char="⚬"/>
              </a:pP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AI Models -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Claude 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→ Emotional support chat,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Gemini Vision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→ Pose detection,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Google Cloud Vision API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→ Image understanding</a:t>
              </a:r>
            </a:p>
            <a:p>
              <a:pPr algn="l" marL="388618" indent="-129539" lvl="2">
                <a:lnSpc>
                  <a:spcPts val="1124"/>
                </a:lnSpc>
                <a:buFont typeface="Arial"/>
                <a:buChar char="⚬"/>
              </a:pP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Backend &amp; Services - Node.js, Google Cloud Functions, Firebase,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Gemini API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Anthropic Claude API</a:t>
              </a:r>
            </a:p>
            <a:p>
              <a:pPr algn="l">
                <a:lnSpc>
                  <a:spcPts val="1124"/>
                </a:lnSpc>
              </a:pPr>
            </a:p>
            <a:p>
              <a:pPr algn="l">
                <a:lnSpc>
                  <a:spcPts val="1250"/>
                </a:lnSpc>
              </a:pPr>
              <a:r>
                <a:rPr lang="en-US" sz="1000" spc="53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Cyber Warrior Hackathon 2025</a:t>
              </a:r>
              <a:r>
                <a:rPr lang="en-US" sz="1000" spc="53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| Crypto Tracker</a:t>
              </a:r>
              <a:r>
                <a:rPr lang="en-US" sz="1000" spc="53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 </a:t>
              </a:r>
              <a:r>
                <a:rPr lang="en-US" sz="1000" spc="53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(2025)</a:t>
              </a:r>
            </a:p>
            <a:p>
              <a:pPr algn="l">
                <a:lnSpc>
                  <a:spcPts val="1124"/>
                </a:lnSpc>
              </a:pP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Top 10 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: 10000 THB</a:t>
              </a:r>
            </a:p>
            <a:p>
              <a:pPr algn="l">
                <a:lnSpc>
                  <a:spcPts val="1124"/>
                </a:lnSpc>
              </a:pP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</a:t>
              </a:r>
              <a:r>
                <a:rPr lang="en-US" sz="899" i="true" spc="47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 Cyber Crime Investigation Bureau (CCIB), King Mongkut’s University of Technology Thonburi</a:t>
              </a:r>
            </a:p>
            <a:p>
              <a:pPr algn="l" marL="194309" indent="-97155" lvl="1">
                <a:lnSpc>
                  <a:spcPts val="1124"/>
                </a:lnSpc>
                <a:buFont typeface="Arial"/>
                <a:buChar char="•"/>
              </a:pP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Our team of 5 developed Tron Cryptocurrency tracking desktop application to track scammer’s transaction of cryptocurrency using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Python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and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TronGrid API</a:t>
              </a:r>
            </a:p>
            <a:p>
              <a:pPr algn="l">
                <a:lnSpc>
                  <a:spcPts val="1124"/>
                </a:lnSpc>
              </a:pPr>
            </a:p>
            <a:p>
              <a:pPr algn="l">
                <a:lnSpc>
                  <a:spcPts val="1250"/>
                </a:lnSpc>
              </a:pPr>
              <a:r>
                <a:rPr lang="en-US" sz="1000" spc="53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Hackathon &amp; Pitching E-SAN Thailand PMU-B Coding &amp; AI Academy Season 2</a:t>
              </a:r>
              <a:r>
                <a:rPr lang="en-US" sz="1000" spc="53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| Crosswalk Safety</a:t>
              </a:r>
              <a:r>
                <a:rPr lang="en-US" sz="1000" spc="53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 </a:t>
              </a:r>
              <a:r>
                <a:rPr lang="en-US" sz="1000" spc="53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(2025)</a:t>
              </a:r>
            </a:p>
            <a:p>
              <a:pPr algn="l">
                <a:lnSpc>
                  <a:spcPts val="1124"/>
                </a:lnSpc>
              </a:pP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Soc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ial Impact Award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: 3000 THB +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Gold Level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Certificate</a:t>
              </a:r>
            </a:p>
            <a:p>
              <a:pPr algn="l">
                <a:lnSpc>
                  <a:spcPts val="1124"/>
                </a:lnSpc>
              </a:pP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</a:t>
              </a:r>
              <a:r>
                <a:rPr lang="en-US" sz="899" i="true" spc="47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PMU-B, Khon Kaen University</a:t>
              </a:r>
            </a:p>
            <a:p>
              <a:pPr algn="l" marL="194309" indent="-97155" lvl="1">
                <a:lnSpc>
                  <a:spcPts val="1124"/>
                </a:lnSpc>
                <a:buFont typeface="Arial"/>
                <a:buChar char="•"/>
              </a:pP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Team awards. Our team of 3 developed an innovative crosswalk safety application using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Python 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and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YOLOv13</a:t>
              </a:r>
            </a:p>
            <a:p>
              <a:pPr algn="l">
                <a:lnSpc>
                  <a:spcPts val="1124"/>
                </a:lnSpc>
              </a:pPr>
            </a:p>
            <a:p>
              <a:pPr algn="l">
                <a:lnSpc>
                  <a:spcPts val="1250"/>
                </a:lnSpc>
              </a:pPr>
              <a:r>
                <a:rPr lang="en-US" sz="1000" spc="53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Comcamp35</a:t>
              </a:r>
              <a:r>
                <a:rPr lang="en-US" sz="1000" spc="53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| </a:t>
              </a:r>
              <a:r>
                <a:rPr lang="en-US" sz="1000" spc="53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Teacher Assistant</a:t>
              </a:r>
              <a:r>
                <a:rPr lang="en-US" sz="1000" spc="53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 </a:t>
              </a:r>
              <a:r>
                <a:rPr lang="en-US" sz="1000" spc="53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(2024)</a:t>
              </a:r>
            </a:p>
            <a:p>
              <a:pPr algn="l" marL="194309" indent="-97155" lvl="1">
                <a:lnSpc>
                  <a:spcPts val="1124"/>
                </a:lnSpc>
                <a:buFont typeface="Arial"/>
                <a:buChar char="•"/>
              </a:pP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hosting an activity for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30+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students in Website Design class on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HTML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Tailwind CSS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JavaScript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 and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React</a:t>
              </a:r>
            </a:p>
            <a:p>
              <a:pPr algn="l">
                <a:lnSpc>
                  <a:spcPts val="1124"/>
                </a:lnSpc>
              </a:pPr>
            </a:p>
            <a:p>
              <a:pPr algn="l">
                <a:lnSpc>
                  <a:spcPts val="1250"/>
                </a:lnSpc>
              </a:pPr>
              <a:r>
                <a:rPr lang="en-US" sz="1000" spc="53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INNO-X Innovation Exchange KMUTT </a:t>
              </a:r>
              <a:r>
                <a:rPr lang="en-US" sz="1000" spc="53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| </a:t>
              </a:r>
              <a:r>
                <a:rPr lang="en-US" sz="1000" spc="53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Teacher Assistant</a:t>
              </a:r>
              <a:r>
                <a:rPr lang="en-US" sz="1000" spc="53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 </a:t>
              </a:r>
              <a:r>
                <a:rPr lang="en-US" sz="1000" spc="53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(2023-2025)</a:t>
              </a:r>
            </a:p>
            <a:p>
              <a:pPr algn="l" marL="194309" indent="-97155" lvl="1">
                <a:lnSpc>
                  <a:spcPts val="1124"/>
                </a:lnSpc>
                <a:buFont typeface="Arial"/>
                <a:buChar char="•"/>
              </a:pP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Assisted </a:t>
              </a:r>
              <a:r>
                <a:rPr lang="en-US" sz="899" spc="4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50+</a:t>
              </a: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foreign students and domestic students to understand how to use tools in INNO-X laboratory room to practice communication and collaborative skills</a:t>
              </a:r>
            </a:p>
            <a:p>
              <a:pPr algn="l" marL="194309" indent="-97155" lvl="1">
                <a:lnSpc>
                  <a:spcPts val="1124"/>
                </a:lnSpc>
                <a:buFont typeface="Arial"/>
                <a:buChar char="•"/>
              </a:pP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Tools included are BambuLab series P1S(3D printer), UltiMaker S7(3D printer), Lasercut, and mini CNC</a:t>
              </a:r>
            </a:p>
            <a:p>
              <a:pPr algn="l">
                <a:lnSpc>
                  <a:spcPts val="1124"/>
                </a:lnSpc>
              </a:pPr>
            </a:p>
            <a:p>
              <a:pPr algn="l">
                <a:lnSpc>
                  <a:spcPts val="1250"/>
                </a:lnSpc>
              </a:pPr>
              <a:r>
                <a:rPr lang="en-US" sz="1000" spc="53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Black Pearl Formula Racing Team</a:t>
              </a:r>
              <a:r>
                <a:rPr lang="en-US" sz="1000" spc="53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|</a:t>
              </a:r>
              <a:r>
                <a:rPr lang="en-US" sz="1000" spc="53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 </a:t>
              </a:r>
              <a:r>
                <a:rPr lang="en-US" sz="1000" spc="53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Member (2024)</a:t>
              </a:r>
            </a:p>
            <a:p>
              <a:pPr algn="l" marL="194309" indent="-97155" lvl="1">
                <a:lnSpc>
                  <a:spcPts val="1124"/>
                </a:lnSpc>
                <a:buFont typeface="Arial"/>
                <a:buChar char="•"/>
              </a:pPr>
              <a:r>
                <a:rPr lang="en-US" sz="899" spc="4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Contributed as a team member in suspension part, gaining hands-on experience in teamwork, collaboration, and technical club activities.</a:t>
              </a:r>
            </a:p>
          </p:txBody>
        </p:sp>
        <p:sp>
          <p:nvSpPr>
            <p:cNvPr name="AutoShape 17" id="17"/>
            <p:cNvSpPr/>
            <p:nvPr/>
          </p:nvSpPr>
          <p:spPr>
            <a:xfrm>
              <a:off x="1169991" y="182598"/>
              <a:ext cx="8159802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-9525"/>
              <a:ext cx="6730195" cy="225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20"/>
                </a:lnSpc>
              </a:pPr>
              <a:r>
                <a:rPr lang="en-US" sz="1100" spc="58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EXPERIENCE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DAGzkN_SuWI</dc:identifier>
  <dcterms:modified xsi:type="dcterms:W3CDTF">2011-08-01T06:04:30Z</dcterms:modified>
  <cp:revision>1</cp:revision>
  <dc:title>Richy's CV Resume - Sep 2025</dc:title>
</cp:coreProperties>
</file>